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60"/>
  </p:normalViewPr>
  <p:slideViewPr>
    <p:cSldViewPr snapToGrid="0">
      <p:cViewPr>
        <p:scale>
          <a:sx n="75" d="100"/>
          <a:sy n="75" d="100"/>
        </p:scale>
        <p:origin x="974" y="6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99E9C-1435-43FA-ACE0-2CEC02244705}" type="datetimeFigureOut">
              <a:rPr lang="vi-VN" smtClean="0"/>
              <a:t>26/10/2026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410C1-7A76-427E-8408-368D4CD76930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8504271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99E9C-1435-43FA-ACE0-2CEC02244705}" type="datetimeFigureOut">
              <a:rPr lang="vi-VN" smtClean="0"/>
              <a:t>26/10/2026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410C1-7A76-427E-8408-368D4CD76930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4719395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99E9C-1435-43FA-ACE0-2CEC02244705}" type="datetimeFigureOut">
              <a:rPr lang="vi-VN" smtClean="0"/>
              <a:t>26/10/2026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410C1-7A76-427E-8408-368D4CD76930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7010492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99E9C-1435-43FA-ACE0-2CEC02244705}" type="datetimeFigureOut">
              <a:rPr lang="vi-VN" smtClean="0"/>
              <a:t>26/10/2026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410C1-7A76-427E-8408-368D4CD76930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3286493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99E9C-1435-43FA-ACE0-2CEC02244705}" type="datetimeFigureOut">
              <a:rPr lang="vi-VN" smtClean="0"/>
              <a:t>26/10/2026</a:t>
            </a:fld>
            <a:endParaRPr lang="vi-V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410C1-7A76-427E-8408-368D4CD76930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9636482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99E9C-1435-43FA-ACE0-2CEC02244705}" type="datetimeFigureOut">
              <a:rPr lang="vi-VN" smtClean="0"/>
              <a:t>26/10/2026</a:t>
            </a:fld>
            <a:endParaRPr lang="vi-V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410C1-7A76-427E-8408-368D4CD76930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7145546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99E9C-1435-43FA-ACE0-2CEC02244705}" type="datetimeFigureOut">
              <a:rPr lang="vi-VN" smtClean="0"/>
              <a:t>26/10/2026</a:t>
            </a:fld>
            <a:endParaRPr lang="vi-V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410C1-7A76-427E-8408-368D4CD76930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0975544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99E9C-1435-43FA-ACE0-2CEC02244705}" type="datetimeFigureOut">
              <a:rPr lang="vi-VN" smtClean="0"/>
              <a:t>26/10/2026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410C1-7A76-427E-8408-368D4CD76930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39858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vi-V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99E9C-1435-43FA-ACE0-2CEC02244705}" type="datetimeFigureOut">
              <a:rPr lang="vi-VN" smtClean="0"/>
              <a:t>26/10/2026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410C1-7A76-427E-8408-368D4CD76930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7625683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99E9C-1435-43FA-ACE0-2CEC02244705}" type="datetimeFigureOut">
              <a:rPr lang="vi-VN" smtClean="0"/>
              <a:t>26/10/2026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410C1-7A76-427E-8408-368D4CD76930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604164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99E9C-1435-43FA-ACE0-2CEC02244705}" type="datetimeFigureOut">
              <a:rPr lang="vi-VN" smtClean="0"/>
              <a:t>26/10/2026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410C1-7A76-427E-8408-368D4CD76930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7545100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899E9C-1435-43FA-ACE0-2CEC02244705}" type="datetimeFigureOut">
              <a:rPr lang="vi-VN" smtClean="0"/>
              <a:t>26/10/2026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E410C1-7A76-427E-8408-368D4CD76930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6868603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l"/>
            <a:r>
              <a:rPr lang="vi-VN" sz="5000" dirty="0" smtClean="0">
                <a:solidFill>
                  <a:schemeClr val="accent1">
                    <a:lumMod val="50000"/>
                  </a:schemeClr>
                </a:solidFill>
              </a:rPr>
              <a:t>BÁO CÁO LỖ LÃI</a:t>
            </a:r>
            <a:endParaRPr lang="vi-VN" sz="50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vi-VN" dirty="0" smtClean="0">
                <a:solidFill>
                  <a:schemeClr val="accent1">
                    <a:lumMod val="75000"/>
                  </a:schemeClr>
                </a:solidFill>
              </a:rPr>
              <a:t>THÁNG 5/2024</a:t>
            </a:r>
          </a:p>
          <a:p>
            <a:pPr algn="l"/>
            <a:r>
              <a:rPr lang="vi-VN" dirty="0" smtClean="0">
                <a:solidFill>
                  <a:schemeClr val="accent1">
                    <a:lumMod val="75000"/>
                  </a:schemeClr>
                </a:solidFill>
              </a:rPr>
              <a:t>---------------------</a:t>
            </a:r>
            <a:endParaRPr lang="vi-VN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8979" y="0"/>
            <a:ext cx="5353022" cy="68580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0313"/>
            <a:ext cx="4118708" cy="140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37296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187" y="-153253"/>
            <a:ext cx="9102969" cy="1325563"/>
          </a:xfrm>
        </p:spPr>
        <p:txBody>
          <a:bodyPr>
            <a:normAutofit/>
          </a:bodyPr>
          <a:lstStyle/>
          <a:p>
            <a:r>
              <a:rPr lang="vi-VN" sz="2800" dirty="0" smtClean="0">
                <a:solidFill>
                  <a:schemeClr val="accent1">
                    <a:lumMod val="50000"/>
                  </a:schemeClr>
                </a:solidFill>
              </a:rPr>
              <a:t>TỔNG QUAN KẾT QUẢ</a:t>
            </a:r>
            <a:endParaRPr lang="vi-VN" sz="28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50143" y="1109784"/>
            <a:ext cx="1867876" cy="4407877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vi-VN" dirty="0"/>
          </a:p>
        </p:txBody>
      </p:sp>
      <p:sp>
        <p:nvSpPr>
          <p:cNvPr id="8" name="Rounded Rectangle 7"/>
          <p:cNvSpPr/>
          <p:nvPr/>
        </p:nvSpPr>
        <p:spPr>
          <a:xfrm>
            <a:off x="3794734" y="1109783"/>
            <a:ext cx="1867876" cy="4407877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vi-VN" dirty="0"/>
          </a:p>
        </p:txBody>
      </p:sp>
      <p:sp>
        <p:nvSpPr>
          <p:cNvPr id="9" name="Rounded Rectangle 8"/>
          <p:cNvSpPr/>
          <p:nvPr/>
        </p:nvSpPr>
        <p:spPr>
          <a:xfrm>
            <a:off x="6904651" y="1109783"/>
            <a:ext cx="1867876" cy="4407877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vi-VN" dirty="0"/>
          </a:p>
        </p:txBody>
      </p:sp>
      <p:sp>
        <p:nvSpPr>
          <p:cNvPr id="10" name="Rounded Rectangle 9"/>
          <p:cNvSpPr/>
          <p:nvPr/>
        </p:nvSpPr>
        <p:spPr>
          <a:xfrm>
            <a:off x="9842622" y="1242645"/>
            <a:ext cx="1867876" cy="4407877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vi-V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236" y="1242645"/>
            <a:ext cx="1729689" cy="4142152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8614" y="1438032"/>
            <a:ext cx="1720117" cy="3813906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0619" y="1411765"/>
            <a:ext cx="1695939" cy="3803911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41169" y="1531816"/>
            <a:ext cx="1703753" cy="3720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728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vi-V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65126"/>
            <a:ext cx="10515600" cy="5811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23053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926</TotalTime>
  <Words>11</Words>
  <Application>Microsoft Office PowerPoint</Application>
  <PresentationFormat>Widescreen</PresentationFormat>
  <Paragraphs>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Times New Roman</vt:lpstr>
      <vt:lpstr>Office Theme</vt:lpstr>
      <vt:lpstr>BÁO CÁO LỖ LÃI</vt:lpstr>
      <vt:lpstr>TỔNG QUAN KẾT QUẢ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4</cp:revision>
  <dcterms:created xsi:type="dcterms:W3CDTF">2026-10-26T02:33:08Z</dcterms:created>
  <dcterms:modified xsi:type="dcterms:W3CDTF">2026-10-26T18:00:07Z</dcterms:modified>
</cp:coreProperties>
</file>